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1-4 (Collection &amp; Extraction):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Raw images from DJI drone flight are collected (Step 1).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ExifTool parses binary EXIF metadata automatically (Step 2-4).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5-6 (FOV Calculation):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7-8 (Ground Footprint Corners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9-10 (Polygon Building &amp; GIS Export):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Loops coordinates as a polygon, and exports footprints in WGS 84 GeoJSON.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906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CAMERA FIELD OF VIEW &amp; COVERAGE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Camera parameters: Focal length (f = 3.61 mm), Sensor width (Sw = 6.17 mm).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Sensor Height aspect crop adjustment: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Widescreen 16:9 images (4000x2250) crop the physical 4:3 sensor (4.55 mm).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Effective sensor height: Sh = 6.17 * (2250 / 4000) = 3.47 mm.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6: Calculating viewing angles (FOV):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Horizontal FOV = 2 * arctan(Sw / (2 * f)) = 81.20°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Corrected Vertical FOV = 2 * arctan(Sh / (2 * f)) = 51.35° (instead of 64.44°)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7: Ground footprint dimensions (at nadir/straight-down):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Width = 2 * Altitude * tan(Horizontal FOV / 2) ≈ 1.71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Corrected Height = 2 * Altitude * tan(Vertical FOV / 2) ≈ 0.96 * Altitude (instead of 1.28)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8: 2D Rotation using Yaw Orientation: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X_rot = X_local * cos(yaw) + Y_local * sin(yaw)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Y_rot = -X_local * sin(yaw) + Y_local * cos(yaw)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2365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COORDINATE REFERENCE SYSTEMS &amp;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Global Reference System: Drone images log coordinates in WGS 84 (EPSG:4326) degrees.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Flattening Map System: Calculations (meters) require projecting to UTM grid.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UTM Zone 15N (EPSG:32615) covers Duluth, Minnesota area.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OGR Coordinate Transformations (in C++ App):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Translates UTM 15N to standard spherical GPS coordinates for GeoJSON export.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Translates UTM 15N to UTM 10N (EPSG:32610) to query the dsm.tif GeoTIFF elevation raster.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Robust Parsing: Validates numeric data when reading point cloud text blocks and skips text headers (X,Y,Z) to prevent (0,0) coordinate origin drift.</a:t>
            </a:r>
          </a:p>
        </p:txBody>
      </p:sp>
      <p:pic>
        <p:nvPicPr>
          <p:cNvPr id="4" name="Picture 3" descr="fig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59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INTERACTIVE MAP VISUALIZERS (C++ &amp; PYTHON)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Interactive 3D Canvas: Renders point cloud (color-coded by height), flight nodes, and footprints.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Photo Warping Overlay: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Applies QTransform matrix to translate, rotate, and scale photos over the point cloud.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GDAL Elevation Querying: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Queries float32 elevation values from dsm.tif raster in real-time under the mouse cursor.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UI sidebar layout (Qt6 Widget structures):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Dynamic list selection connects photo markers directly to metadata table.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ScrollArea wrapper prevents layout clipping on small monitors.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QTableWidget details every EXIF metadata tag (copyable via Ctrl+C).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Research Objective: Compare metadata schemas to ensure UAV data interoperability.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Why Metadata Standards Matter: Drone missions produce heterogeneous formats. Standardized tags ensure files are easily discovered and loaded.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Findable: 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Accessible: Files are open and queryable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Interoperable: 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Reusable: Complete details on sensor calibration and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Barrier: Traditional XML schemas (ISO) are heavy, while raw vectors (GeoJSON) lack rich sensor calibration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19115 (Metadata Schema): 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Defines elements describing geographic datasets (spatial range, data quality, lineage, sensor).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Details how ISO 19115 elements must be structured inside XML files for machine exchanges.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Standardizes services like CSW (Catalog Service for Web) to publish and search ISO XML documents.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Main Limitation: 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GeoTIFF vs. Cloud Optimized GeoTIFF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 GeoTIFF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Allows GIS apps to query terrain elevation in milliseconds over a network without downloading the full gigabyte file.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Specification: A modern JSON-LD metadata standard built to catalog geospatial assets (photos, DEMs, point clouds).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Catalog: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Collection: 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Item: GeoJSON-based metadata document describing a single image, linked to the raw JPG asset.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API: Defines a standard RESTful query API to search drone photos by time ranges and footprint bounding boxes.</a:t>
            </a:r>
          </a:p>
        </p:txBody>
      </p:sp>
      <p:pic>
        <p:nvPicPr>
          <p:cNvPr id="4" name="Picture 3" descr="fig_s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72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Standards: Heavyweight, structured for formal catalogs, but difficult to implement for single uav frames.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GeoJSON: Excellent vector format for footprints, but lacks metadata tags for camera calibration and gimbal angles.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STAC: Combines the best of both worlds. Represents footprints in GeoJSON while storing rich camera assets and flight telemetry in structured JSON-LD properties.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Export footprint boundaries as GeoJSON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19574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