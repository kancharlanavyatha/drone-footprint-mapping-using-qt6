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10-STEP GIS FOOTPRINT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Project Phase 1: Automated image telemetry processing.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Steps 1-4 (Collection &amp; Extraction):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Raw images from DJI drone flight are collected (Step 1).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ExifTool parses binary EXIF metadata automatically (Step 2-4).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Extracts: GPS location (Lat/Lon/Alt), flight height, and yaw/pitch orientation.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Steps 5-6 (FOV Calculation):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Physical sensor specifications are mapped to compute horizontal/vertical FOV.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Steps 7-8 (Ground Footprint Corners Projection):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Combines camera viewing angles, drone altitude, and yaw rotation coordinates.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Steps 9-10 (Polygon Building &amp; GIS Export):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Loops coordinates as a polygon, and exports footprints in WGS 84 GeoJSON.</a:t>
            </a:r>
          </a:p>
        </p:txBody>
      </p:sp>
      <p:pic>
        <p:nvPicPr>
          <p:cNvPr id="4" name="Picture 3" descr="fig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97280"/>
            <a:ext cx="3108960" cy="390612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MATHEMATICAL FOOTPRINT COMPUTATION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Objective: Calculate the physical ground dimensions of the camera sensor's Field of View (FOV) using flight parameters.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Step 6: Calculating viewing angles (FOV):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Horizontal FOV = 2 * arctan(Sw / (2 * f)) = 81.20°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  (using sensor width Sw = 6.17 mm and focal length f = 3.6 mm)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Corrected Vertical FOV = 2 * arctan(Sh / (2 * f)) = 51.35°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  (using effective sensor height Sh = 3.47 mm, adjusted for 16:9 crop)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Step 7: Ground footprint dimensions (at nadir/straight-down):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Width = 2 * Altitude * tan(Horizontal FOV / 2) ≈ 1.71 * Altitude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Corrected Height = 2 * Altitude * tan(Vertical FOV / 2) ≈ 0.96 * Altitude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  (Corrects a +33% scale error caused by using the physical 4:3 height)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Oblique Alignment: Camera tilt (pitch) distorts footprints from symmetric rectangles into quadrilaterals.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Practical Value: Prevents overlap calculation errors, ensuring proper flight alignment and GSD resolutions.</a:t>
            </a:r>
          </a:p>
        </p:txBody>
      </p:sp>
      <p:pic>
        <p:nvPicPr>
          <p:cNvPr id="4" name="Picture 3" descr="fig_fo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97280"/>
            <a:ext cx="3108960" cy="323650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GEOMETRIC POLYGON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Objective: Translate calculated physical ground dimensions into spatial map coordinates to create 2D vector polygons.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Step 8: Flat Grid Conversion (Geospatial Projection):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Projects GPS latitude and longitude (WGS 84 / EPSG:4326 degrees) to flat map meters (UTM Zone 15N / EPSG:32615) using pyproj.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Corner Rotations using 2D Rotation Matrix (Gimbal Yaw θ):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X_rotated = X_drone + X_local * cos(θ) + Y_local * sin(θ)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Y_rotated = Y_drone - X_local * sin(θ) + Y_local * cos(θ)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  (Rotates corners around the projected drone center coordinate)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Step 9: Closed Loop Construction: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Joins corners sequentially: Top-Left ➔ Top-Right ➔ Bottom-Right ➔ Bottom-Left.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Closes the ring by repeating the first coordinate point as the final entry.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Step 10: GIS Format Export: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Converts coordinates back to standard GPS degrees and writes them as a standardized GeoJSON FeatureCollection ready for QGIS / ArcGIS.</a:t>
            </a:r>
          </a:p>
        </p:txBody>
      </p:sp>
      <p:pic>
        <p:nvPicPr>
          <p:cNvPr id="4" name="Picture 3" descr="fig_proje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97280"/>
            <a:ext cx="3108960" cy="25931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INTERACTIVE MAP VISUALIZERS (C++ &amp; PYTHON)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Interactive 3D Canvas: Renders point cloud (color-coded by height), flight nodes, and footprints.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Dynamic Photo Warping Overlay: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Applies QTransform matrix to translate, rotate, and scale photos over the point cloud.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GDAL Elevation Querying: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Queries float32 elevation values from dsm.tif raster in real-time under the mouse cursor.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Dynamic UI sidebar layout (Qt6 Widget structures):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Dynamic list selection connects photo markers directly to metadata table.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ScrollArea wrapper prevents layout clipping on small monitors.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QTableWidget details every EXIF metadata tag (copyable via Ctrl+C).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UAV METADATA STANDARDS &amp; FAIR PRINCIPLES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Research Objective: Compare metadata schemas to ensure UAV data interoperability.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Why Metadata Standards Matter: Drone missions produce heterogeneous formats. Standardized tags ensure files are easily discovered and loaded.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FAIR Principles for Drone Data: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Findable: Standard search terms and unique IDs.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Accessible: Files are open and queryable through API catalogs.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Interoperable: Common schemas allow direct import into QGIS, ArcGIS, or Python.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Reusable: Complete details on sensor calibration and coordinates.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Key Barrier: Traditional XML schemas (ISO) are heavy, while raw vectors (GeoJSON) lack rich sensor calibration attributes.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GEOGRAPHIC METADATA: ISO 19115 &amp; ISO 19139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ISO 19115 (Metadata Schema): The cornerstone international standard for geographic metadata.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Defines elements describing geographic datasets (spatial range, data quality, lineage, sensor).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ISO 19139 (XML Schema Implementation):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Details how ISO 19115 elements must be structured inside XML files for machine exchanges.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OGC (Open Geospatial Consortium) Standards: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Standardizes services like CSW (Catalog Service for Web) to publish and search ISO XML documents.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Main Limitation: Complex XML encoding makes them difficult for cloud software and web APIs to read rapidly.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CLOUD-OPTIMIZED FORMATS (COG &amp; COPC)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GeoTIFF vs. Cloud Optimized GeoTIFF (COG):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Standard GeoTIFF has to be read entirely to query an elevation point.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COG organizes elevation cells into HTTP range request tiles.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Allows GIS apps to query terrain elevation in milliseconds over a network without downloading the full gigabyte file.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LAS/LAZ vs. Cloud Optimized Point Cloud (COPC):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LAZ files are compressed point clouds but lack spatial indexes.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COPC structures point clouds as an octree layout inside a LAZ file.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Enables streaming of points based on resolution and bounding boxes.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SPATIOTEMPORAL ASSET CATALOG (STAC)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STAC Specification: A modern JSON-LD metadata standard built to catalog geospatial assets (photos, DEMs, point clouds).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Three core components in the STAC hierarchy: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STAC Catalog: The root JSON file indexing the structure.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STAC Collection: Groups related UAV images, documenting camera specs, focal length, and spatial boundaries.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STAC Item: GeoJSON-based metadata document describing a single image, linked to the raw JPG asset.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STAC API: Defines a standard RESTful query API to search drone photos by time ranges and footprint bounding boxes.</a:t>
            </a:r>
          </a:p>
        </p:txBody>
      </p:sp>
      <p:pic>
        <p:nvPicPr>
          <p:cNvPr id="4" name="Picture 3" descr="fig_st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97280"/>
            <a:ext cx="3108960" cy="28721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u="sng">
                <a:solidFill>
                  <a:srgbClr val="33B3FF"/>
                </a:solidFill>
                <a:latin typeface="Arial"/>
              </a:defRPr>
            </a:pPr>
            <a:r>
              <a:t>COMPARATIVE ANALYSIS FOR UAV INTEROPERABILITY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ISO Standards: Heavyweight, structured for formal catalogs, but difficult to implement for single uav frames.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GeoJSON: Excellent vector format for footprints, but lacks metadata tags for camera calibration and gimbal angles.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STAC: Combines the best of both worlds. Represents footprints in GeoJSON while storing rich camera assets and flight telemetry in structured JSON-LD properties.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• Recommendation for UAV GIS Workflows: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Store raw telemetry in STAC Items.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Export footprint boundaries as GeoJSON features.</a:t>
            </a:r>
          </a:p>
          <a:p>
            <a:pPr lvl="1">
              <a:defRPr sz="1100">
                <a:solidFill>
                  <a:srgbClr val="1E1E1E"/>
                </a:solidFill>
                <a:latin typeface="Arial"/>
              </a:defRPr>
            </a:pPr>
            <a:r>
              <a:t>   - Stream elevation and point clouds via COG and COPC.</a:t>
            </a:r>
          </a:p>
        </p:txBody>
      </p:sp>
      <p:pic>
        <p:nvPicPr>
          <p:cNvPr id="4" name="Picture 3" descr="fig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97280"/>
            <a:ext cx="3108960" cy="195749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