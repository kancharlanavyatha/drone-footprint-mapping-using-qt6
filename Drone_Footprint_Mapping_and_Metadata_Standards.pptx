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1-4 (Collection &amp; Extraction):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Raw images from DJI drone flight are collected (Step 1).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ExifTool parses binary EXIF metadata automatically (Step 2-4).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5-6 (FOV Calculation):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7-8 (Ground Footprint Corners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9-10 (Polygon Building &amp; GIS Export):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Loops coordinates as a polygon, and exports footprints in WGS 84 GeoJSON.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906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MATHEMATICAL FOOTPRINT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Calculate the physical ground dimensions of the camera sensor's Field of View (FOV) using flight parameters.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Camera Field of View (FOV) Angles: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fov_h = 2 * math.atan(sensor_width_mm / (2 * focal_length_mm)) = 81.20°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fov_v = 2 * math.atan(sensor_height_mm / (2 * focal_length_mm)) = 51.35°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Aspect Ratio Height Adjustment (Correction):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Widescreen 16:9 images crop the physical sensor height to sensor_height_mm = 3.47 mm.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Resolves a +33% scale error caused by using the native physical 4.55 mm height.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Ground Dimensions Covered by Photo (Meters):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ground_width = 2 * relative_alt * math.tan(fov_h / 2) ≈ 1.71 * relative_alt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ground_height = 2 * relative_alt * math.tan(fov_v / 2) ≈ 0.96 * relative_alt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Direct Scaling Equivalence (Mathematical Proof):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Footprint (W or H) = (Sensor dimension * Altitude) / Focal length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Identical to trigonometric projection because tan(arctan(x)) = x.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74820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GEOMETRIC POLYGON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Translate calculated physical ground dimensions into spatial map coordinates to create 2D vector polygons.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1. Calculate Unrotated Local Metric Corners (Meters centered at camera 0,0):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half_w = ground_width / 2.0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half_h = ground_height / 2.0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local_corners = [ (-half_w, half_h), (half_w, half_h), (half_w, -half_h), (-half_w, -half_h) ]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(Orientation: +y is Local North, +x is Local East)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2. Geospatial Grid Projection: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Converts GPS center (WGS 84 degrees) to flat map meters (UTM Zone 15N) using pyproj.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3. Apply 2D Rotation Matrix (Gimbal Yaw θ):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X_rot = X_drone + X_local * cos(yaw) + Y_local * sin(yaw)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Y_rot = Y_drone - X_local * sin(yaw) + Y_local * cos(yaw)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4. Closed Loop &amp; GeoJSON Export: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Join corners sequentially (TL ➔ TR ➔ BR ➔ BL) and repeat TL at the end to close the geometry ring.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Convert corners back to GPS degrees and write to a standardized GIS GeoJSON file.</a:t>
            </a:r>
          </a:p>
        </p:txBody>
      </p:sp>
      <p:pic>
        <p:nvPicPr>
          <p:cNvPr id="4" name="Picture 3" descr="fig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59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INTERACTIVE MAP VISUALIZERS (C++ &amp; PYTHON)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Interactive 3D Canvas: Renders point cloud (color-coded by height), flight nodes, and footprints.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Photo Warping Overlay: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Applies QTransform matrix to translate, rotate, and scale photos over the point cloud.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GDAL Elevation Querying: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Queries float32 elevation values from dsm.tif raster in real-time under the mouse cursor.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UI sidebar layout (Qt6 Widget structures):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Dynamic list selection connects photo markers directly to metadata table.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ScrollArea wrapper prevents layout clipping on small monitors.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QTableWidget details every EXIF metadata tag (copyable via Ctrl+C).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Research Objective: Compare metadata schemas to ensure UAV data interoperability.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Why Metadata Standards Matter: Drone missions produce heterogeneous formats. Standardized tags ensure files are easily discovered and loaded.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Findable: 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Accessible: Files are open and queryable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Interoperable: 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Reusable: Complete details on sensor calibration and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Barrier: Traditional XML schemas (ISO) are heavy, while raw vectors (GeoJSON) lack rich sensor calibration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19115 (Metadata Schema): 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Defines elements describing geographic datasets (spatial range, data quality, lineage, sensor).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Details how ISO 19115 elements must be structured inside XML files for machine exchanges.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Standardizes services like CSW (Catalog Service for Web) to publish and search ISO XML documents.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Main Limitation: 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GeoTIFF vs. Cloud Optimized GeoTIFF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 GeoTIFF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Allows GIS apps to query terrain elevation in milliseconds over a network without downloading the full gigabyte file.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Specification: A modern JSON-LD metadata standard built to catalog geospatial assets (photos, DEMs, point clouds).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Catalog: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Collection: 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Item: GeoJSON-based metadata document describing a single image, linked to the raw JPG asset.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API: Defines a standard RESTful query API to search drone photos by time ranges and footprint bounding boxes.</a:t>
            </a:r>
          </a:p>
        </p:txBody>
      </p:sp>
      <p:pic>
        <p:nvPicPr>
          <p:cNvPr id="4" name="Picture 3" descr="fig_s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72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Standards: Heavyweight, structured for formal catalogs, but difficult to implement for single uav frames.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GeoJSON: Excellent vector format for footprints, but lacks metadata tags for camera calibration and gimbal angles.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STAC: Combines the best of both worlds. Represents footprints in GeoJSON while storing rich camera assets and flight telemetry in structured JSON-LD properties.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Export footprint boundaries as GeoJSON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19574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FUTURE SCOPE: AI-DRIVEN METADATA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The Core Problem: Processing massive drone datasets (orthomosaics/point clouds) consumes days of computing time, only to discover later that poor raw metadata yields no usable spatial insights.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AI-Driven Pre-filtering Solution: Develop a predictive machine learning classifier to inspect EXIF/XMP headers before executing the photogrammetry pipeline.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Diagnostics Checked by AI Model: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Telemetry completeness (GPS coverage gaps, altitude flags).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Flight safety and quality (pitch/roll stability, speed vectors).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Radiometric readiness (exposure index, sensor brightness levels).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Actionable Outcomes: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PASS: Dataset is marked feasible and proceed automatically to processing.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FAIL: Flight flagged immediately for re-run or sensor maintenance, saving critical human and computational resources.</a:t>
            </a:r>
          </a:p>
        </p:txBody>
      </p:sp>
      <p:pic>
        <p:nvPicPr>
          <p:cNvPr id="4" name="Picture 3" descr="fig_future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210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